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Presentazione commerciale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Documento di esempio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nostra offerta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Sensori IoT</a:t>
            </a:r>
          </a:p>
          <a:p>
            <a:r>
              <a:t>Gateway LoRa e 5G</a:t>
            </a:r>
          </a:p>
          <a:p>
            <a:r>
              <a:t>Piattaforma cloud</a:t>
            </a:r>
          </a:p>
          <a:p>
            <a:r>
              <a:t>Supporto premium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